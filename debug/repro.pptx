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B7280"/>
                </a:solidFill>
              </a:rPr>
              <a:t>GRILLA DE CONTENIDO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Todas las marcas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5B4FC"/>
                </a:solidFill>
              </a:rPr>
              <a:t>Presentado por Renzo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2026-08-01  →  2026-08-29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29 de agosto de 2026 · 3 piezas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2026-08-01   ·   instagram</a:t>
            </a:r>
            <a:endParaRPr lang="en-US" sz="1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777240"/>
            <a:ext cx="365760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212080" y="1097280"/>
            <a:ext cx="32004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80" b="1" u="sng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NUEVO DROP</a:t>
            </a:r>
            <a:endParaRPr lang="en-US" sz="12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Renzo</dc:creator>
  <cp:lastModifiedBy>Renzo</cp:lastModifiedBy>
  <cp:revision>1</cp:revision>
  <dcterms:created xsi:type="dcterms:W3CDTF">2026-08-29T18:08:03Z</dcterms:created>
  <dcterms:modified xsi:type="dcterms:W3CDTF">2026-08-29T18:08:03Z</dcterms:modified>
</cp:coreProperties>
</file>